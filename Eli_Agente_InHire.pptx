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para Recrutamento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+ InHire + Claude AI — automação inteligente de ponta a ponta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InHire · Abril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Recrutadores estão afogados em tarefas operacionais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5603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perdido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do tempo em triagem manual, copiar dados entre sistemas, e-mails repetitivos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56032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691640"/>
            <a:ext cx="25603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0116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esquecidos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2926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parado, SLA estourado, talentos perdidos para concorrência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56032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691640"/>
            <a:ext cx="2560320" cy="4572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inteligência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926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sem dados, sem ranking, sem aprendizado sobre o que funciona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480560"/>
            <a:ext cx="804672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5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demoram mais para fechar, candidatos desistem, e a empresa perde dinheiro.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 — seu copiloto de recrutamento no Slack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25880" y="1600200"/>
            <a:ext cx="914400" cy="914400"/>
          </a:xfrm>
          <a:prstGeom prst="ellipse">
            <a:avLst/>
          </a:prstGeom>
          <a:solidFill>
            <a:srgbClr val="1E40A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 conversa naturalmente no DM — sem tela nova, sem treinamento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600200"/>
            <a:ext cx="914400" cy="9144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74720" y="3017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 contexto, sugere ações, gera conteúdo, ranqueia candidatos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178040" y="160020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288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InHire ATS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3017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ações reais: cria vagas, move candidatos, agenda entrevistas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29184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621792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74904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37490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fundamental: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Eli nunca executa ações críticas sem aprovação. Publicar vaga, mover candidatos, reprovar, carta oferta — tudo passa por confirmação do recrutador via botão no Slack.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moderno, assíncrono, com cache inteligente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asyncio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assíncrono, non-blocking, processamento paralelo de eventos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508760"/>
            <a:ext cx="25603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373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66160" y="2148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nativo, prompt caching, extração estruturada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508760"/>
            <a:ext cx="25603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373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55080" y="21488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conversa (TTL 7d), dedup de eventos, locks de concorrência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108960"/>
            <a:ext cx="25603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375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291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Typesense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77240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full-text em 86k+ talentos, scoped keys com TTL 24h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37560" y="3108960"/>
            <a:ext cx="25603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375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3291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proativo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566160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jobs: briefing diário, SLA, pipeline parado, candidato excepcional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3108960"/>
            <a:ext cx="25603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33756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291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melhorias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355080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caching, dedup, locks, fila fora horário, consolidação semanal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tools — tudo via linguagem natural no Slack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047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vagas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60604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guiado + JD gerada por IA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56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2002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inteligente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606040" y="20025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1-5 com justificativa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6090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" y="2587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60604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comparativo dos melhores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2688" y="31729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talentos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2606040" y="3172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86k+ no banco via Typesense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31336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2688" y="37581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LinkedIn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2606040" y="37581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booleana otimizada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41655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32688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perfil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260604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detalhada + fit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490472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30368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candidatos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690372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com aprovação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075688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30368" y="20025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 vaga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6903720" y="20025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pipeline, métricas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660904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30368" y="2587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entrevista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6903720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direto no ATS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246120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230368" y="31729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oferta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6903720" y="3172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ClickSign</a:t>
            </a:r>
            <a:endParaRPr lang="en-US" sz="11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3831336"/>
            <a:ext cx="274320" cy="27432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230368" y="37581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candidato</a:t>
            </a:r>
            <a:endParaRPr lang="en-US" sz="1200" dirty="0"/>
          </a:p>
        </p:txBody>
      </p:sp>
      <p:sp>
        <p:nvSpPr>
          <p:cNvPr id="36" name="Text 23"/>
          <p:cNvSpPr/>
          <p:nvPr/>
        </p:nvSpPr>
        <p:spPr>
          <a:xfrm>
            <a:off x="6903720" y="37581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via Amazon SES</a:t>
            </a:r>
            <a:endParaRPr lang="en-US" sz="11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4416552"/>
            <a:ext cx="274320" cy="27432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5230368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livre</a:t>
            </a:r>
            <a:endParaRPr lang="en-US" sz="1200" dirty="0"/>
          </a:p>
        </p:txBody>
      </p:sp>
      <p:sp>
        <p:nvSpPr>
          <p:cNvPr id="39" name="Text 25"/>
          <p:cNvSpPr/>
          <p:nvPr/>
        </p:nvSpPr>
        <p:spPr>
          <a:xfrm>
            <a:off x="690372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direto com a IA</a:t>
            </a:r>
            <a:endParaRPr lang="en-US" sz="1100" dirty="0"/>
          </a:p>
        </p:txBody>
      </p:sp>
      <p:sp>
        <p:nvSpPr>
          <p:cNvPr id="40" name="Shape 26"/>
          <p:cNvSpPr/>
          <p:nvPr/>
        </p:nvSpPr>
        <p:spPr>
          <a:xfrm>
            <a:off x="4617720" y="1417320"/>
            <a:ext cx="0" cy="3520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que importam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2024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funcionais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via linguagem natural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600200"/>
            <a:ext cx="192024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86k+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974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talentos buscáveis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instantâneo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600200"/>
            <a:ext cx="192024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4632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de arquitetura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dedup, locks, cron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1600200"/>
            <a:ext cx="192024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874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99516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aprovação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sempre no controle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recrutador decide. O Eli executa."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 evolução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37160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(WhatsApp) · Screening automatizado · Dashboard de métricas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1828800"/>
            <a:ext cx="0" cy="7315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60320"/>
            <a:ext cx="13716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· Onboarding self-service · Integração com calendário real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34440" y="2880360"/>
            <a:ext cx="0" cy="73152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11880"/>
            <a:ext cx="137160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preditiva (fit score) · Automações de nurturing · Marketplace de templates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6052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54480" y="39319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testar?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Eli já está rodando no tenant demo — agende uma demonstração ao vivo.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 — Agente de IA para Recrutamento</dc:title>
  <dc:subject>PptxGenJS Presentation</dc:subject>
  <dc:creator>Maicon — InHire</dc:creator>
  <cp:lastModifiedBy>Maicon — InHire</cp:lastModifiedBy>
  <cp:revision>1</cp:revision>
  <dcterms:created xsi:type="dcterms:W3CDTF">2026-04-08T20:01:44Z</dcterms:created>
  <dcterms:modified xsi:type="dcterms:W3CDTF">2026-04-08T20:01:44Z</dcterms:modified>
</cp:coreProperties>
</file>